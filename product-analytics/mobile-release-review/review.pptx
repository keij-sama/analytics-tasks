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174033-636F-4F7D-0460-5EA46C3C01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AEF3631-2D04-66A7-1BC4-788119D461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524B97E-3F2B-76E7-4093-1D68CC823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E43B3-168C-4E9B-B80B-EE763337099C}" type="datetimeFigureOut">
              <a:rPr lang="ru-RU" smtClean="0"/>
              <a:t>04.07.2026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26090C2-DC38-FE37-753F-0B03BCCB5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D88F214-DAF8-CC55-E6BF-3A00F5204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4EE74-12D7-4C0B-8516-0ADE544A09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0374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741E0E-7E49-17AB-2D5A-085BDDCA8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17920EF-4289-FB76-A32F-CA1474D865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5B2FB6E-9483-9B37-BC1E-08E07DA3B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E43B3-168C-4E9B-B80B-EE763337099C}" type="datetimeFigureOut">
              <a:rPr lang="ru-RU" smtClean="0"/>
              <a:t>04.07.2026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CFBB9A0-C2A2-D527-AA19-A3A9646AB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112E988-E13C-87F9-9EE5-9F0CCDCC2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4EE74-12D7-4C0B-8516-0ADE544A09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1659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31D87D-37FC-260E-3423-31B103724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DB17F35-180D-5013-E4DF-33636905FC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7C0C406-A93E-F705-9A4C-40EB21C28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E43B3-168C-4E9B-B80B-EE763337099C}" type="datetimeFigureOut">
              <a:rPr lang="ru-RU" smtClean="0"/>
              <a:t>04.07.2026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560BD37-DF5D-E3C4-CE99-AECADEA2B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144C7B9-5C2D-5DE0-2E3F-3D16F9BAB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4EE74-12D7-4C0B-8516-0ADE544A09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8451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FAE97C-6501-3EFE-9B2F-6DF270C19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60B92CB-26C6-4223-9AA3-E613D36683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381D620-D9DA-0AC0-89D0-412D04309C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A9E7511-B95D-E72D-EFAE-8088137C6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E43B3-168C-4E9B-B80B-EE763337099C}" type="datetimeFigureOut">
              <a:rPr lang="ru-RU" smtClean="0"/>
              <a:t>04.07.2026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60196EB-AB36-F27E-D77E-A9F590B22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00B4CFB-C104-8DDF-1BE4-11B27F6F1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4EE74-12D7-4C0B-8516-0ADE544A09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8467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E7389A-90C0-A195-94A0-6E1A50D19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C82DE30-4B77-AF19-8051-1728778AF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53BF34E-A347-7E19-2B1A-E7801F58EC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41AF8E-5446-221C-A03C-B2EE04ACDF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FADABCB-F1A4-158D-0D19-E37681897C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E81DEEE-3053-A9FD-FA25-B084B8E1F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E43B3-168C-4E9B-B80B-EE763337099C}" type="datetimeFigureOut">
              <a:rPr lang="ru-RU" smtClean="0"/>
              <a:t>04.07.2026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CEFECC4-B2FC-F55B-5242-CC9154E17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3B67C60-E60A-6CA2-3B23-D72A226C1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4EE74-12D7-4C0B-8516-0ADE544A09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3320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2522BF-C4D1-C1C8-C4DC-C5C2CB5D2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E1B4ABD-ABAC-9016-B851-E6A29DFE9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E43B3-168C-4E9B-B80B-EE763337099C}" type="datetimeFigureOut">
              <a:rPr lang="ru-RU" smtClean="0"/>
              <a:t>04.07.2026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FFFE439-3FD5-BAA4-6DB1-38DE85DAD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C1F2030-B5C5-03A4-2360-198BD44D3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4EE74-12D7-4C0B-8516-0ADE544A09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16157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53A6652-C405-1F55-E2E1-A8CFD3F18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E43B3-168C-4E9B-B80B-EE763337099C}" type="datetimeFigureOut">
              <a:rPr lang="ru-RU" smtClean="0"/>
              <a:t>04.07.2026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1D0FCDC-6DF8-2992-A53D-6A372197B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2B52EFA-D3C0-ED21-78D5-858E58E12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4EE74-12D7-4C0B-8516-0ADE544A09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0376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92C497-9F27-BF32-914C-B16D9B4F2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81005A7-2D80-0D01-9D0C-237C55AF69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63641EB-B575-F962-5F39-2E61558189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2AA0D1E-1243-0EC4-F286-C1071E607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E43B3-168C-4E9B-B80B-EE763337099C}" type="datetimeFigureOut">
              <a:rPr lang="ru-RU" smtClean="0"/>
              <a:t>04.07.2026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0C3090E-1EEE-9937-98A6-0396FAD51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8CFC2AF-083F-5FE9-23A2-A56B2AC2D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4EE74-12D7-4C0B-8516-0ADE544A09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2058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B9BE63-0772-B59E-3028-D516CAEC4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53D05B6-B2C4-A2A0-B8D7-F61BF20472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AF28983-2EEC-DB06-571E-EFD186AE58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0D78347-9401-A6A6-0664-B8DE3B523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E43B3-168C-4E9B-B80B-EE763337099C}" type="datetimeFigureOut">
              <a:rPr lang="ru-RU" smtClean="0"/>
              <a:t>04.07.2026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1853DD4-804E-89E0-EED6-A0F21F144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973686C-50A0-C32D-13C5-A6AF5E0C2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4EE74-12D7-4C0B-8516-0ADE544A09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4771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6563ED-1B64-C76E-BE47-7300D88D7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605C497-A7D0-D155-C426-37AA59D581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17D7112-DEF8-EECF-9A73-C4DE9DDC5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E43B3-168C-4E9B-B80B-EE763337099C}" type="datetimeFigureOut">
              <a:rPr lang="ru-RU" smtClean="0"/>
              <a:t>04.07.2026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3AAD2AE-6958-5839-9FE2-E72844744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CC46A8E-8C00-87A9-71B0-6AF0D4E71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4EE74-12D7-4C0B-8516-0ADE544A09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2905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557D73B-883B-6F96-5D59-AF670E8282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69FE315-074E-226F-659B-89C420092B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1911379-1BF0-7BE4-AC44-607E43EA6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E43B3-168C-4E9B-B80B-EE763337099C}" type="datetimeFigureOut">
              <a:rPr lang="ru-RU" smtClean="0"/>
              <a:t>04.07.2026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C65A3B6-4F02-680A-46AB-52E8A9B44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A99A706-29E5-8E42-6A68-80B86EFD7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4EE74-12D7-4C0B-8516-0ADE544A09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0415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1C3705-54ED-7C42-BE2B-B289A37F9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BDC1A14-FACF-E1F7-E1C7-E71532791F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83E92E1-E122-3155-0517-E3EB7FADA8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0E43B3-168C-4E9B-B80B-EE763337099C}" type="datetimeFigureOut">
              <a:rPr lang="ru-RU" smtClean="0"/>
              <a:t>04.07.2026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6CC6559-53D1-C198-B34C-9C66AE4622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E804D50-2C5C-1072-B40D-A9FF14E34F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54EE74-12D7-4C0B-8516-0ADE544A09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8103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060E8E-F954-19C6-AAFB-D23A52513C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3263" y="561048"/>
            <a:ext cx="9144000" cy="597795"/>
          </a:xfrm>
        </p:spPr>
        <p:txBody>
          <a:bodyPr>
            <a:normAutofit/>
          </a:bodyPr>
          <a:lstStyle/>
          <a:p>
            <a:pPr algn="l"/>
            <a:r>
              <a:rPr lang="ru-RU" sz="3400" dirty="0">
                <a:latin typeface="Calibri" panose="020F0502020204030204" pitchFamily="34" charset="0"/>
                <a:cs typeface="Calibri" panose="020F0502020204030204" pitchFamily="34" charset="0"/>
              </a:rPr>
              <a:t>Ревью слайда младшего аналитика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EF98CAD-66AB-9B95-3EE8-390CBD28CC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412341"/>
            <a:ext cx="5431977" cy="304873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02BA25B-AF32-3A48-8581-B8846135905C}"/>
              </a:ext>
            </a:extLst>
          </p:cNvPr>
          <p:cNvSpPr txBox="1"/>
          <p:nvPr/>
        </p:nvSpPr>
        <p:spPr>
          <a:xfrm>
            <a:off x="452673" y="1276539"/>
            <a:ext cx="534154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b="1" dirty="0"/>
              <a:t>Что сделано хорошо</a:t>
            </a:r>
            <a:r>
              <a:rPr lang="en-US" sz="1400" b="1" dirty="0"/>
              <a:t>:</a:t>
            </a:r>
            <a:endParaRPr lang="ru-RU" sz="1400" dirty="0"/>
          </a:p>
          <a:p>
            <a:r>
              <a:rPr lang="ru-RU" sz="1400" dirty="0"/>
              <a:t>Слайд пытается </a:t>
            </a:r>
            <a:r>
              <a:rPr lang="ru-RU" sz="1400" b="1" dirty="0"/>
              <a:t>связать две метрики</a:t>
            </a:r>
            <a:r>
              <a:rPr lang="ru-RU" sz="1400" dirty="0"/>
              <a:t>: </a:t>
            </a:r>
            <a:r>
              <a:rPr lang="ru-RU" sz="1400" b="1" dirty="0"/>
              <a:t>конверсию и ошибки в логах.</a:t>
            </a:r>
            <a:r>
              <a:rPr lang="ru-RU" sz="1400" dirty="0"/>
              <a:t> Это правильное направление, потому что после выката фичи </a:t>
            </a:r>
            <a:r>
              <a:rPr lang="ru-RU" sz="1400" b="1" dirty="0"/>
              <a:t>важно смотреть не только на итоговую конверсию, но и на возможную техническую причину падения</a:t>
            </a:r>
            <a:r>
              <a:rPr lang="ru-RU" sz="1400" dirty="0"/>
              <a:t>.</a:t>
            </a:r>
          </a:p>
          <a:p>
            <a:endParaRPr lang="ru-RU" sz="1400" dirty="0"/>
          </a:p>
          <a:p>
            <a:r>
              <a:rPr lang="ru-RU" sz="1400" dirty="0"/>
              <a:t>Также на слайде есть динамика по месяцам, а не только июнь в отрыве от контекста. Видно, что в апреле и мае ситуация была стабильной, а в июне произошёл резкий скачок ошибок и падение общей конверсии. В отчёте указано, что в июне конверсия стала 10%, а количество ошибок выросло до 3640. </a:t>
            </a:r>
            <a:endParaRPr lang="en-US" sz="1400" dirty="0"/>
          </a:p>
          <a:p>
            <a:endParaRPr lang="ru-RU" sz="1400" dirty="0"/>
          </a:p>
          <a:p>
            <a:r>
              <a:rPr lang="ru-RU" sz="1400" b="1" dirty="0"/>
              <a:t>Что сделано плохо</a:t>
            </a:r>
            <a:r>
              <a:rPr lang="en-US" sz="1400" b="1" dirty="0"/>
              <a:t>:</a:t>
            </a:r>
            <a:endParaRPr lang="ru-RU" sz="1400" dirty="0"/>
          </a:p>
          <a:p>
            <a:r>
              <a:rPr lang="ru-RU" sz="1400" dirty="0"/>
              <a:t>Главная проблема: </a:t>
            </a:r>
            <a:r>
              <a:rPr lang="ru-RU" sz="1400" b="1" dirty="0"/>
              <a:t>слайд смешивает Desktop и Mobile в одну общую конверсию.</a:t>
            </a:r>
            <a:r>
              <a:rPr lang="ru-RU" sz="1400" dirty="0"/>
              <a:t> Из-за этого теряется основная причина проблемы. Фича «Покупка в 1 клик» была выкачена </a:t>
            </a:r>
            <a:r>
              <a:rPr lang="ru-RU" sz="1400" b="1" dirty="0"/>
              <a:t>на мобильных устройствах, значит анализ надо делать отдельно по платформам.</a:t>
            </a:r>
          </a:p>
          <a:p>
            <a:endParaRPr lang="ru-RU" sz="1400" dirty="0"/>
          </a:p>
          <a:p>
            <a:r>
              <a:rPr lang="ru-RU" sz="1400" dirty="0"/>
              <a:t>Вывод «графики пересеклись» слабый для CEO. Пересечение линий само по себе ничего не объясняет. </a:t>
            </a:r>
            <a:r>
              <a:rPr lang="ru-RU" sz="1400" b="1" dirty="0"/>
              <a:t>Важнее сказать</a:t>
            </a:r>
            <a:r>
              <a:rPr lang="ru-RU" sz="1400" dirty="0"/>
              <a:t>: после выката мобильной фичи резко выросли ошибки на Mobile и одновременно упала мобильная конверсия.</a:t>
            </a:r>
          </a:p>
          <a:p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31277569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0CDCA284-4056-3D57-C6AA-9C0DFA0FE7F8}"/>
              </a:ext>
            </a:extLst>
          </p:cNvPr>
          <p:cNvSpPr txBox="1">
            <a:spLocks/>
          </p:cNvSpPr>
          <p:nvPr/>
        </p:nvSpPr>
        <p:spPr>
          <a:xfrm>
            <a:off x="383263" y="642525"/>
            <a:ext cx="11558258" cy="98709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400" dirty="0"/>
              <a:t>После запуска «Покупки в 1 клик» мобильная конверсия упала в 2 раза из-за роста ошибок</a:t>
            </a:r>
            <a:endParaRPr lang="ru-RU" sz="3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5F8CD0-93EB-E26E-C486-38E1BC5DA7FA}"/>
              </a:ext>
            </a:extLst>
          </p:cNvPr>
          <p:cNvSpPr txBox="1"/>
          <p:nvPr/>
        </p:nvSpPr>
        <p:spPr>
          <a:xfrm>
            <a:off x="383263" y="1738265"/>
            <a:ext cx="15103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/>
              <a:t>Буллиты: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20AF5C-145C-53AF-CBB1-E65FB2EA40C4}"/>
              </a:ext>
            </a:extLst>
          </p:cNvPr>
          <p:cNvSpPr txBox="1"/>
          <p:nvPr/>
        </p:nvSpPr>
        <p:spPr>
          <a:xfrm>
            <a:off x="383264" y="2136338"/>
            <a:ext cx="660536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• В июне общая конверсия снизилась до 10%, но проблема локализована только на Mobile.</a:t>
            </a:r>
          </a:p>
          <a:p>
            <a:endParaRPr lang="ru-RU" sz="1400" dirty="0"/>
          </a:p>
          <a:p>
            <a:r>
              <a:rPr lang="ru-RU" sz="1400" dirty="0"/>
              <a:t>• Desktop остался стабильным: конверсия 15% во все три месяца, ошибки почти не изменились.</a:t>
            </a:r>
          </a:p>
          <a:p>
            <a:endParaRPr lang="ru-RU" sz="1400" dirty="0"/>
          </a:p>
          <a:p>
            <a:r>
              <a:rPr lang="ru-RU" sz="1400" dirty="0"/>
              <a:t>• Mobile-конверсия упала с 10.5% в мае до 5.0% в июне.</a:t>
            </a:r>
          </a:p>
          <a:p>
            <a:endParaRPr lang="ru-RU" sz="1400" dirty="0"/>
          </a:p>
          <a:p>
            <a:r>
              <a:rPr lang="ru-RU" sz="1400" dirty="0"/>
              <a:t>• Одновременно количество ошибок на Mobile выросло с 180 до 3500.</a:t>
            </a:r>
          </a:p>
          <a:p>
            <a:endParaRPr lang="ru-RU" sz="1400" dirty="0"/>
          </a:p>
          <a:p>
            <a:r>
              <a:rPr lang="ru-RU" sz="1400" b="1" dirty="0"/>
              <a:t>Рекомендация</a:t>
            </a:r>
            <a:r>
              <a:rPr lang="ru-RU" sz="1400" dirty="0"/>
              <a:t>: не масштабировать текущую версию фичи, сначала исправить мобильные ошибки и повторно проверить конверсию.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38B34DA-EF68-6411-9FB6-7F849BBEA3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2050" y="1738265"/>
            <a:ext cx="3405844" cy="210594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2376593-481C-1499-32BF-D2CABF804D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5979" y="4109529"/>
            <a:ext cx="3405844" cy="210594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910001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280</Words>
  <Application>Microsoft Office PowerPoint</Application>
  <PresentationFormat>Широкоэкранный</PresentationFormat>
  <Paragraphs>21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Тема Office</vt:lpstr>
      <vt:lpstr>Ревью слайда младшего аналитика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Anastasia Skakova</dc:creator>
  <cp:lastModifiedBy>Anastasia Skakova</cp:lastModifiedBy>
  <cp:revision>3</cp:revision>
  <dcterms:created xsi:type="dcterms:W3CDTF">2026-07-04T16:20:44Z</dcterms:created>
  <dcterms:modified xsi:type="dcterms:W3CDTF">2026-07-04T16:38:28Z</dcterms:modified>
</cp:coreProperties>
</file>